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comments/modernComment.xml" ContentType="application/vnd.ms-powerpoint.comment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4ce21e16b049ff" /><Relationship Type="http://schemas.openxmlformats.org/officeDocument/2006/relationships/extended-properties" Target="/docProps/app.xml" Id="Raff2e814b01b4b14" /><Relationship Type="http://schemas.openxmlformats.org/officeDocument/2006/relationships/officeDocument" Target="/ppt/presentation.xml" Id="R68c202e680a544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0e330271a242bf"/>
  </p:sldMasterIdLst>
  <p:notesMasterIdLst>
    <p:notesMasterId xmlns:r="http://schemas.openxmlformats.org/officeDocument/2006/relationships" r:id="R8a61c1a590fc4c34"/>
  </p:notesMasterIdLst>
  <p:sldIdLst>
    <p:sldId xmlns:r="http://schemas.openxmlformats.org/officeDocument/2006/relationships" id="256" r:id="R6131fb353f674490"/>
    <p:sldId xmlns:r="http://schemas.openxmlformats.org/officeDocument/2006/relationships" id="257" r:id="R6dd7e65ae5bb4bdc"/>
    <p:sldId xmlns:r="http://schemas.openxmlformats.org/officeDocument/2006/relationships" id="258" r:id="R5d44eb74fed448af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B4BB9C0F-DDAD-4213-B231-800B32FF3C92}" name="Sensitive Reviewer" initials="SR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48db454a9d4283" /><Relationship Type="http://schemas.openxmlformats.org/officeDocument/2006/relationships/slideMaster" Target="/ppt/slideMasters/slideMaster1.xml" Id="R9b0e330271a242bf" /><Relationship Type="http://schemas.openxmlformats.org/officeDocument/2006/relationships/notesMaster" Target="/ppt/notesMasters/notesMaster1.xml" Id="R8a61c1a590fc4c34" /><Relationship Type="http://schemas.openxmlformats.org/officeDocument/2006/relationships/presProps" Target="/ppt/presProps.xml" Id="Re4684dc4d7cc4cfe" /><Relationship Type="http://schemas.openxmlformats.org/officeDocument/2006/relationships/tableStyles" Target="/ppt/tableStyles.xml" Id="R92960527e8b44ef1" /><Relationship Type="http://schemas.microsoft.com/office/2018/10/relationships/authors" Target="/ppt/authors.xml" Id="Rbcadd30d8a8c4d5f" /><Relationship Type="http://schemas.openxmlformats.org/officeDocument/2006/relationships/slide" Target="/ppt/slides/slide1.xml" Id="R6131fb353f674490" /><Relationship Type="http://schemas.openxmlformats.org/officeDocument/2006/relationships/slide" Target="/ppt/slides/slide2.xml" Id="R6dd7e65ae5bb4bdc" /><Relationship Type="http://schemas.openxmlformats.org/officeDocument/2006/relationships/slide" Target="/ppt/slides/slide3.xml" Id="R5d44eb74fed448af" /></Relationships>
</file>

<file path=ppt/comments/modernComment.xml><?xml version="1.0" encoding="utf-8"?>
<p188:cmLst xmlns:p188="http://schemas.microsoft.com/office/powerpoint/2018/8/main">
  <p188:cm id="17m9fw" authorId="{B4BB9C0F-DDAD-4213-B231-800B32FF3C92}" status="active" created="2026-08-01T02:22:53.496+08:00">
    <pc:sldMkLst xmlns:pc="http://schemas.microsoft.com/office/powerpoint/2013/main/command">
      <pc:docMk/>
      <pc:sldMk cId="1944387995" sldId="257"/>
    </pc:sldMkLst>
    <p188:pos x="10858500" y="952500"/>
    <p188:replyLst>
      <p188:reply id="{F9187760-F4EE-4EDA-9F7D-696FF770EC54}" authorId="{B4BB9C0F-DDAD-4213-B231-800B32FF3C92}" status="active" created="2026-08-01T02:22:53.496+08:00">
        <p188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复核回复 reply.pptx@example.com</a:t>
            </a:r>
          </a:p>
        </p188:txBody>
      </p188:reply>
    </p188:replyLst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批注联系人 comment.pptx@example.com</a:t>
        </a:r>
      </a:p>
    </p188:txBody>
  </p188:cm>
</p188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634cf8bb5d46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6866542e0d4bb4" /><Relationship Type="http://schemas.openxmlformats.org/officeDocument/2006/relationships/notesMaster" Target="/ppt/notesMasters/notesMaster1.xml" Id="R9de47846a08d43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14f4b97a604a78" /><Relationship Type="http://schemas.openxmlformats.org/officeDocument/2006/relationships/notesMaster" Target="/ppt/notesMasters/notesMaster1.xml" Id="Rac04e49c09e145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bb65494fc47a9" /><Relationship Type="http://schemas.openxmlformats.org/officeDocument/2006/relationships/notesMaster" Target="/ppt/notesMasters/notesMaster1.xml" Id="R6806970c8aa34a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演讲者备注联系人 notes.pptx@example.com，仅用于合成回归。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25d43af0c4da9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9002" name="Layout Regression Text"/>
          <p:cNvSpPr txBox="1"/>
          <p:nvPr/>
        </p:nvSpPr>
        <p:spPr>
          <a:xfrm>
            <a:off x="-9144000" y="-9144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/>
              <a:t>版式电话 13700000003</a:t>
            </a:r>
            <a:endParaRPr lang="zh-CN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0667a36b4c4c80" /><Relationship Type="http://schemas.openxmlformats.org/officeDocument/2006/relationships/slideLayout" Target="/ppt/slideLayouts/slideLayout1.xml" Id="Rc6b4e96062d348d9" /></Relationships>
</file>

<file path=ppt/slideMasters/slideMaster1.xml><?xml version="1.0" encoding="utf-8"?>
<p:sldMaster xmlns:a="http://schemas.openxmlformats.org/drawingml/2006/main" xmlns:ns2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9001" name="Master Regression Text"/>
          <p:cNvSpPr txBox="1"/>
          <p:nvPr/>
        </p:nvSpPr>
        <p:spPr>
          <a:xfrm>
            <a:off x="-9144000" y="-9144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/>
              <a:t>母版邮箱 master.pptx@example.com</a:t>
            </a:r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ns2:id="Rc6b4e96062d348d9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e3f7a21494e4c" /><Relationship Type="http://schemas.openxmlformats.org/officeDocument/2006/relationships/hyperlink" Target="https://example.com/contact?email=link.pptx@example.com" TargetMode="External" Id="R6890927069904f7f" /><Relationship Type="http://schemas.openxmlformats.org/officeDocument/2006/relationships/notesSlide" Target="/ppt/notesSlides/notesSlide1.xml" Id="Rd5bdc7bf470b4a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5ea65d3de46ba" /><Relationship Type="http://schemas.openxmlformats.org/officeDocument/2006/relationships/notesSlide" Target="/ppt/notesSlides/notesSlide2.xml" Id="R4e6f70cf440646f8" /><Relationship Type="http://schemas.microsoft.com/office/2018/10/relationships/comments" Target="/ppt/comments/modernComment.xml" Id="Rfe84553782184a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96a69e1bb4e2d" /><Relationship Type="http://schemas.openxmlformats.org/officeDocument/2006/relationships/notesSlide" Target="/ppt/notesSlides/notesSlide3.xml" Id="R49decdf9922441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CD5F0E5-7AE2-4953-B4AC-18F30B3A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PPTX 脱敏回归样本</a:t>
            </a:r>
          </a:p>
        </p:txBody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4A3CAC2-F642-4562-9950-F80FC52C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可见文本、备注、批注、隐藏页与媒体</a:t>
            </a:r>
          </a:p>
        </p:txBody>
      </p:sp>
      <p:sp>
        <p:nvSpPr>
          <p:cNvPr id="3" name="split-run-contact">
            <a:extLst xmlns:a="http://schemas.openxmlformats.org/drawingml/2006/main">
              <a:ext uri="{FF2B5EF4-FFF2-40B4-BE49-F238E27FC236}">
                <a16:creationId xmlns:a16="http://schemas.microsoft.com/office/drawing/2014/main" id="{89580ED8-C2EF-4F69-B63C-0FCF46F1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/>
              <a:t>联系电话：</a:t>
            </a:r>
            <a:r>
              <a:t>138</a:t>
            </a:r>
            <a:r>
              <a:rPr>
                <a:solidFill>
                  <a:srgbClr val="3D8DFF"/>
                </a:solidFill>
              </a:rPr>
              <a:t>0000</a:t>
            </a:r>
            <a:r>
              <a:t>0001</a:t>
            </a:r>
          </a:p>
          <a:p xmlns:a="http://schemas.openxmlformats.org/drawingml/2006/main">
            <a:pPr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b="1"/>
              <a:t>联系邮箱：</a:t>
            </a:r>
            <a:r>
              <a:t>pptx</a:t>
            </a:r>
            <a:r>
              <a:rPr>
                <a:solidFill>
                  <a:srgbClr val="3D8DFF"/>
                </a:solidFill>
              </a:rPr>
              <a:t>@example</a:t>
            </a:r>
            <a:r>
              <a:rPr>
                <a:hlinkClick xmlns:r="http://schemas.openxmlformats.org/officeDocument/2006/relationships" r:id="R6890927069904f7f"/>
              </a:rPr>
              <a:t>.com</a:t>
            </a:r>
          </a:p>
        </p:txBody>
      </p:sp>
      <p:sp>
        <p:nvSpPr>
          <p:cNvPr id="4" name="media-placeholder">
            <a:extLst xmlns:a="http://schemas.openxmlformats.org/drawingml/2006/main">
              <a:ext uri="{FF2B5EF4-FFF2-40B4-BE49-F238E27FC236}">
                <a16:creationId xmlns:a16="http://schemas.microsoft.com/office/drawing/2014/main" id="{66D3556F-BA57-47F4-B82C-AEEE2BA1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527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此区域用于嵌入图片回归</a:t>
            </a:r>
          </a:p>
        </p:txBody>
      </p:sp>
    </p:spTree>
    <p:extLst>
      <p:ext uri="{BB962C8B-B14F-4D97-AF65-F5344CB8AC3E}">
        <p14:creationId xmlns:p14="http://schemas.microsoft.com/office/powerpoint/2010/main" val="1488406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a-title">
            <a:extLst xmlns:a="http://schemas.openxmlformats.org/drawingml/2006/main">
              <a:ext uri="{FF2B5EF4-FFF2-40B4-BE49-F238E27FC236}">
                <a16:creationId xmlns:a16="http://schemas.microsoft.com/office/drawing/2014/main" id="{337F70A1-D317-49FA-9664-16ADC016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结构化数据也必须参与检测</a:t>
            </a:r>
          </a:p>
        </p:txBody>
      </p:sp>
      <p:sp>
        <p:nvSpPr>
          <p:cNvPr id="2" name="data-subtitle">
            <a:extLst xmlns:a="http://schemas.openxmlformats.org/drawingml/2006/main">
              <a:ext uri="{FF2B5EF4-FFF2-40B4-BE49-F238E27FC236}">
                <a16:creationId xmlns:a16="http://schemas.microsoft.com/office/drawing/2014/main" id="{6D3105AA-7227-4C42-85A3-496674BD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表格单元格、分组形状和批注不应成为脱敏盲区。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33400" y="2000250"/>
          <a:ext xmlns:a="http://schemas.openxmlformats.org/drawingml/2006/main" cx="111252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7000"/>
                <a:gridCol w="4476750"/>
                <a:gridCol w="3981450"/>
              </a:tblGrid>
              <a:tr h="647700">
                <a:tc>
                  <a:txBody>
                    <a:bodyPr/>
                    <a:lstStyle/>
                    <a:p>
                      <a:r>
                        <a:rPr sz="1425" b="1">
                          <a:latin typeface="Helvetica Neue"/>
                          <a:ea typeface="Helvetica Neue"/>
                          <a:cs typeface="Helvetica Neue"/>
                        </a:rPr>
                        <a:t>字段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latin typeface="Helvetica Neue"/>
                          <a:ea typeface="Helvetica Neue"/>
                          <a:cs typeface="Helvetica Neue"/>
                        </a:rPr>
                        <a:t>合成值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latin typeface="Helvetica Neue"/>
                          <a:ea typeface="Helvetica Neue"/>
                          <a:cs typeface="Helvetica Neue"/>
                        </a:rPr>
                        <a:t>处理说明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350">
                          <a:latin typeface="Helvetica Neue"/>
                          <a:ea typeface="Helvetica Neue"/>
                          <a:cs typeface="Helvetica Neue"/>
                        </a:rPr>
                        <a:t>身份证号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latin typeface="Helvetica Neue"/>
                          <a:ea typeface="Helvetica Neue"/>
                          <a:cs typeface="Helvetica Neue"/>
                        </a:rPr>
                        <a:t>110105198003150020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latin typeface="Helvetica Neue"/>
                          <a:ea typeface="Helvetica Neue"/>
                          <a:cs typeface="Helvetica Neue"/>
                        </a:rPr>
                        <a:t>规则校验与整段替换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350">
                          <a:latin typeface="Helvetica Neue"/>
                          <a:ea typeface="Helvetica Neue"/>
                          <a:cs typeface="Helvetica Neue"/>
                        </a:rPr>
                        <a:t>银行卡号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latin typeface="Helvetica Neue"/>
                          <a:ea typeface="Helvetica Neue"/>
                          <a:cs typeface="Helvetica Neue"/>
                        </a:rPr>
                        <a:t>622202000000000163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latin typeface="Helvetica Neue"/>
                          <a:ea typeface="Helvetica Neue"/>
                          <a:cs typeface="Helvetica Neue"/>
                        </a:rPr>
                        <a:t>长数字不得遗漏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350">
                          <a:latin typeface="Helvetica Neue"/>
                          <a:ea typeface="Helvetica Neue"/>
                          <a:cs typeface="Helvetica Neue"/>
                        </a:rPr>
                        <a:t>项目邮箱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latin typeface="Helvetica Neue"/>
                          <a:ea typeface="Helvetica Neue"/>
                          <a:cs typeface="Helvetica Neue"/>
                        </a:rPr>
                        <a:t>table.pptx@example.com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latin typeface="Helvetica Neue"/>
                          <a:ea typeface="Helvetica Neue"/>
                          <a:cs typeface="Helvetica Neue"/>
                        </a:rPr>
                        <a:t>表格文字保持可编辑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350">
                          <a:latin typeface="Helvetica Neue"/>
                          <a:ea typeface="Helvetica Neue"/>
                          <a:cs typeface="Helvetica Neue"/>
                        </a:rPr>
                        <a:t>合同编号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latin typeface="Helvetica Neue"/>
                          <a:ea typeface="Helvetica Neue"/>
                          <a:cs typeface="Helvetica Neue"/>
                        </a:rPr>
                        <a:t>HT-PPTX-2028-00008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latin typeface="Helvetica Neue"/>
                          <a:ea typeface="Helvetica Neue"/>
                          <a:cs typeface="Helvetica Neue"/>
                        </a:rPr>
                        <a:t>业务策略可配置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387995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fe84553782184a58"/>
    </p:ext>
  </p:extLst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hidden-title">
            <a:extLst>
              <a:ext uri="{FF2B5EF4-FFF2-40B4-BE49-F238E27FC236}">
                <ns2:creationId id="{2F46AF74-14F6-4D24-96CD-F63B8097889B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11125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100000"/>
          </a:bodyPr>
          <a:lstStyle/>
          <a:p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内部备用信息</a:t>
            </a:r>
          </a:p>
        </p:txBody>
      </p:sp>
      <p:sp>
        <p:nvSpPr>
          <p:cNvPr id="2" name="hidden-content">
            <a:extLst>
              <a:ext uri="{FF2B5EF4-FFF2-40B4-BE49-F238E27FC236}">
                <ns2:creationId id="{0A37DD87-903F-44E3-9FA0-4FD0F1B7CF36}"/>
              </a:ext>
            </a:extLst>
          </p:cNvPr>
          <p:cNvSpPr>
            <a:spLocks noGrp="1"/>
          </p:cNvSpPr>
          <p:nvPr/>
        </p:nvSpPr>
        <p:spPr>
          <a:xfrm>
            <a:off x="533400" y="2000250"/>
            <a:ext cx="111252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100000"/>
          </a:bodyPr>
          <a:lstStyle/>
          <a:p>
            <a:pPr>
              <a:defRPr sz="25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隐藏页电话 13900000002</a:t>
            </a:r>
          </a:p>
          <a:p>
            <a:pPr>
              <a:defRPr sz="25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隐藏页邮箱 hidden.pptx@example.com</a:t>
            </a:r>
          </a:p>
        </p:txBody>
      </p:sp>
    </p:spTree>
    <p:extLst>
      <p:ext uri="{BB962C8B-B14F-4D97-AF65-F5344CB8AC3E}">
        <ns3:creationId val="1005749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2026-07-31T18:22:53.7510000Z</dcterms:created>
  <dcterms:modified xsi:type="dcterms:W3CDTF">2026-07-31T18:22:53.7510000Z</dcterms:modified>
</coreProperties>
</file>